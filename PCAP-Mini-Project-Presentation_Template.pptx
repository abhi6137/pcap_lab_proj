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8" r:id="rId3"/>
    <p:sldId id="268" r:id="rId4"/>
    <p:sldId id="269" r:id="rId5"/>
    <p:sldId id="271" r:id="rId6"/>
    <p:sldId id="272" r:id="rId7"/>
    <p:sldId id="273" r:id="rId8"/>
    <p:sldId id="274" r:id="rId9"/>
    <p:sldId id="275" r:id="rId10"/>
    <p:sldId id="276" r:id="rId11"/>
    <p:sldId id="27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FFC48A-40A8-4815-BA95-23178E6D29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C60B8-AC82-45A9-82DA-49E3C3D8F3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2AD30-3EB1-44F3-99FC-CA174BE79D9D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A9232-31CD-406D-82AE-EA68BC6064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2C502-FE3D-48CE-962A-D0C5905217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4DA78-81CE-4CDA-BCDF-F9A71A5A3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651629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18E6E-0D61-4A63-AE58-B654B59B306F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1FFA8-44D0-41D2-B252-050984594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495634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AF19C-4D3B-4283-B632-5CFB8FB95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01616-88CA-4437-B1B8-62F6DEE62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3850B-84AC-47FE-8838-BED31828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BAC6A-A91B-473B-A90E-04D6A6B29CE7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EC73D-0A8A-4950-9FD7-487AC00EA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618BE-0643-45DA-993E-5938F8F8B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500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C83C3-5D56-47C4-BAAA-0AEE6B039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5191E-F147-465C-B1BC-F3192025C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84D21-8E56-4941-93C0-57B67E22C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53B88-9E2F-4E0D-BEB5-9512ABE20021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9476B-12F5-4CE0-8BED-CC7E02D05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2A1D1-2DC0-4EB9-B1C0-3D0A1726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06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3532-2579-487E-A806-FE059BC2E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D22E9-2061-45FA-973E-DC229F8B3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E1C65-23E2-4167-B173-FA4734A1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CD3E1-7812-4A9E-B864-B81937D742C8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BCE50-78C6-4AF3-8C31-1792D834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E728E-FD97-4282-985C-0A8FA934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06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648D-8839-402E-8EBE-66C675551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41E8-F7C7-4F72-83E8-E8E8F3A89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11418-08AA-441A-8A66-97EDBEE0A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319B3-62E9-4A88-A05B-55A69EF5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624A2-7147-41C7-8F51-419AC86CB2DA}" type="datetime1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F91A1-5E44-452F-A78A-FBA5E47F4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1FC47-031D-4E2A-B90F-BE2FE4142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207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7A536-4AE1-4490-9878-471FF125A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6612D-5A89-4E9A-90B8-BF7FFA8A8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DF513-E926-411D-8D2B-8831CD309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BC415-A031-49A9-9DAD-F150409D1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F0D390-93EF-4E83-9F5B-91286149D7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8EC721-76DC-43AF-96DF-A0EE7072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227A-EA38-4682-809F-1AB178D82CAD}" type="datetime1">
              <a:rPr lang="en-IN" smtClean="0"/>
              <a:t>17-03-2026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44597-18DE-4775-8FB6-A97F0DA48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C72141-DE0D-4AEB-B511-CB9B54FD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67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512DF-0ED8-4277-B395-2A4F842B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0E3D8E-0ABE-4734-98F8-D36BD9940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AF2A-080E-4A88-B0AF-245159A4CDC9}" type="datetime1">
              <a:rPr lang="en-IN" smtClean="0"/>
              <a:t>17-03-2026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0561F1-B38C-461E-85F3-2481751D0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12915-E4FE-415C-9D69-B845A7D8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365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922E84-AD5B-465F-98D4-488F871AA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49F6-3336-4E62-A4DA-8CA689137BEC}" type="datetime1">
              <a:rPr lang="en-IN" smtClean="0"/>
              <a:t>17-03-2026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6C86A-862E-4B6A-B263-B01DE6A5B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333FC-1B71-4E52-BF49-4D36D0920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83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BCCDE-35D4-412E-AFAB-C219873FE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E1492-B8B6-4708-A8C8-A138B0633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00379-D005-4BAC-B925-C13204308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B0578-F2D9-4D73-83B2-F23670EB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C179E-15EB-4A92-9A06-B8176C6C8A64}" type="datetime1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F134B-4FB5-46E9-8513-DB4C9B2E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E61B3-BD8A-43AB-BB10-5B53A90A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7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8223D-FF11-4AE7-973E-C90327524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DF81C-EE9D-4D7F-A967-067231447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53EF43-9D88-4586-A760-098C14750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BD912-76F0-4805-9E0D-7C09F249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C5B34-9F94-40EC-911F-D5B5FF23FB31}" type="datetime1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0FEFC-E6F0-4221-8F91-DEE76671F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A78C8-FCAB-43A2-9CE6-A2768B5D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3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B5A84-E335-48CC-A676-05D91F6A7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0F8BF-FFBC-41F7-B2B0-2CF3804EE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5955D-CA90-44D7-BF8E-BC38A3F36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62C73-B261-4FD4-BAD4-0AD039A7E604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CB078-D83E-4166-A02C-B6B163DA9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2FEF6-C837-419F-8835-DC22EF83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205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1401E9-8805-42DB-AC72-2AE0FF03F7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EEB009-1E61-4516-B850-2D2767C6B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E6585-E3B2-43BE-AAE1-443822B2F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65B16-E566-4C1A-A21C-527B43D72336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DC36A-90BB-45C6-86EC-EF77DE5E6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6A805-3800-4CB1-9ADA-94754454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833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EB43A-BD9E-4874-BFFB-60C4AC61A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76C3F-335A-4DB7-9751-C78105CE3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7C449-54C2-463E-BDDF-5F5299CBA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2B17B-ED7F-41D4-8FD8-884B8E995DBB}" type="datetime1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37EE8-8318-4653-A49C-0E3AAA3CE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FA26E-3201-463F-ACF3-CBF98D3B2E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771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517" y="1669311"/>
            <a:ext cx="11847005" cy="497858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sz="2800" b="1" dirty="0">
                <a:solidFill>
                  <a:srgbClr val="002060"/>
                </a:solidFill>
                <a:latin typeface="Comic Sans MS" panose="030F0702030302020204" pitchFamily="66" charset="0"/>
              </a:rPr>
              <a:t>Mini Project </a:t>
            </a:r>
            <a:r>
              <a:rPr lang="en-IN" sz="2800" b="1" dirty="0" err="1">
                <a:solidFill>
                  <a:srgbClr val="002060"/>
                </a:solidFill>
                <a:latin typeface="Comic Sans MS" panose="030F0702030302020204" pitchFamily="66" charset="0"/>
              </a:rPr>
              <a:t>Presetation</a:t>
            </a:r>
            <a:endParaRPr lang="en-IN" b="1" dirty="0">
              <a:solidFill>
                <a:srgbClr val="002060"/>
              </a:solidFill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r>
              <a:rPr lang="en-IN" sz="3200" b="1" dirty="0">
                <a:latin typeface="Comic Sans MS" panose="030F0702030302020204" pitchFamily="66" charset="0"/>
              </a:rPr>
              <a:t>TITLE </a:t>
            </a:r>
          </a:p>
          <a:p>
            <a:endParaRPr lang="en-IN" sz="1400" b="1" dirty="0">
              <a:latin typeface="Comic Sans MS" panose="030F0702030302020204" pitchFamily="66" charset="0"/>
            </a:endParaRPr>
          </a:p>
          <a:p>
            <a:r>
              <a:rPr lang="en-IN" sz="1800" b="1" dirty="0">
                <a:latin typeface="Comic Sans MS" panose="030F0702030302020204" pitchFamily="66" charset="0"/>
              </a:rPr>
              <a:t>Authors</a:t>
            </a:r>
          </a:p>
          <a:p>
            <a:endParaRPr lang="en-IN" sz="1800" b="1" dirty="0">
              <a:latin typeface="Comic Sans MS" panose="030F0702030302020204" pitchFamily="66" charset="0"/>
            </a:endParaRPr>
          </a:p>
          <a:p>
            <a:r>
              <a:rPr lang="en-IN" sz="1800" b="1" dirty="0">
                <a:latin typeface="Comic Sans MS" panose="030F0702030302020204" pitchFamily="66" charset="0"/>
              </a:rPr>
              <a:t>Affiliation of Presenting Author</a:t>
            </a: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E58127-D07C-63F1-ECE2-31CB5F802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98" y="108420"/>
            <a:ext cx="1571844" cy="1428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EC9812-C282-2624-8E13-1A8C2161C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394" y="43085"/>
            <a:ext cx="4230463" cy="155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812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670" y="1690577"/>
            <a:ext cx="11678776" cy="470134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1. INDEX: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61FD27-0AE0-6CEE-83D2-5AF6B5350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7" y="43087"/>
            <a:ext cx="1571844" cy="1428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F56327-5388-2C39-8F59-D92F93BD9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394" y="43085"/>
            <a:ext cx="4230463" cy="155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737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5EB14-B461-D72D-C2B7-C6833659E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CB62DCE-A71B-99F5-1381-3A327BC9EF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8118" y="1765004"/>
            <a:ext cx="11691327" cy="462691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2. ABSTRACT: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7CCE7D-3ED9-3F91-CF6E-4A7EEB4BD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7" y="43087"/>
            <a:ext cx="1571844" cy="1428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EB99E3-DDC7-8A04-5F83-3ED82D297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394" y="43085"/>
            <a:ext cx="4230463" cy="155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195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3FBC6-6C43-DCC3-18A8-9C6D26F20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F49001-1F3D-68CD-87C3-6008E1B5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8118" y="1722474"/>
            <a:ext cx="11691327" cy="466944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3. INTRODUCTION: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B6ADCB-EEB1-A862-9C33-D6B3CF10F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7" y="43087"/>
            <a:ext cx="1571844" cy="1428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227366-969F-59FA-09A2-B6D438FD3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394" y="43085"/>
            <a:ext cx="4230463" cy="155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01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4B038-B2DC-FEB0-19D3-BF1BE2CDC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AB1851-A396-00A4-5FA7-EC8C381FBF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670" y="1552352"/>
            <a:ext cx="11678775" cy="483956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4. LITERATURE REVIEW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210CDC-606F-B3DB-2A5A-BBA1E6853F9A}"/>
              </a:ext>
            </a:extLst>
          </p:cNvPr>
          <p:cNvSpPr txBox="1"/>
          <p:nvPr/>
        </p:nvSpPr>
        <p:spPr>
          <a:xfrm>
            <a:off x="322554" y="3476076"/>
            <a:ext cx="66562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dirty="0">
                <a:latin typeface="Comic Sans MS" panose="030F0702030302020204" pitchFamily="66" charset="0"/>
              </a:rPr>
              <a:t>NOTE : TRY TO PUT IN A TABULAR FORM</a:t>
            </a:r>
            <a:endParaRPr lang="en-IN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1BAABA-6077-F383-0644-8D630BBF8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7" y="43087"/>
            <a:ext cx="1571844" cy="1428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926411-A1C7-74BB-FCBA-8BC64DDC7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394" y="43085"/>
            <a:ext cx="4230463" cy="155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459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7B404-04D4-75FA-84BB-357930FDC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97EEA78-698E-5531-541A-B90B4F73C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670" y="1562986"/>
            <a:ext cx="11678775" cy="482893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5. RESEARCH GAPS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153811-ED09-0D68-4EC0-C788F62E4688}"/>
              </a:ext>
            </a:extLst>
          </p:cNvPr>
          <p:cNvSpPr txBox="1"/>
          <p:nvPr/>
        </p:nvSpPr>
        <p:spPr>
          <a:xfrm>
            <a:off x="322554" y="3476076"/>
            <a:ext cx="70098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dirty="0">
                <a:latin typeface="Comic Sans MS" panose="030F0702030302020204" pitchFamily="66" charset="0"/>
              </a:rPr>
              <a:t>NOTE : TRY TO PUT IN A BULLETS FORM</a:t>
            </a:r>
            <a:endParaRPr lang="en-IN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0022A9-C44A-DBD7-2134-53140A882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7" y="43087"/>
            <a:ext cx="1571844" cy="1428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11DB16-0743-EBDD-7984-C50F00473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394" y="43085"/>
            <a:ext cx="4230463" cy="155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086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72E3B-97AF-CE3D-A013-DCC18DFEA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B25CA07-CC8A-0BEF-B0BC-478411932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670" y="1679944"/>
            <a:ext cx="11678775" cy="471197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6. PROPOSED METHODOLOGY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EE93A7-8FC3-E33D-1CBF-78A216B9A9A2}"/>
              </a:ext>
            </a:extLst>
          </p:cNvPr>
          <p:cNvSpPr txBox="1"/>
          <p:nvPr/>
        </p:nvSpPr>
        <p:spPr>
          <a:xfrm>
            <a:off x="322554" y="3476076"/>
            <a:ext cx="82175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dirty="0">
                <a:latin typeface="Comic Sans MS" panose="030F0702030302020204" pitchFamily="66" charset="0"/>
              </a:rPr>
              <a:t>NOTE : IN THE FORM OF FLOW GRAPH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18F317-AC23-C288-2FF9-4717C1438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7" y="43087"/>
            <a:ext cx="1571844" cy="1428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B67EF1-849B-9FFB-E13C-45740974E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394" y="43085"/>
            <a:ext cx="4230463" cy="155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930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C78AA-4890-BE69-D811-66ED73789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21B8C29-2F31-C247-F730-95DDFAD14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670" y="1913860"/>
            <a:ext cx="11678775" cy="447806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7. RESULTS &amp; DISCUSSION: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933200-7BD3-77FB-DAD7-543E8943AA46}"/>
              </a:ext>
            </a:extLst>
          </p:cNvPr>
          <p:cNvSpPr txBox="1"/>
          <p:nvPr/>
        </p:nvSpPr>
        <p:spPr>
          <a:xfrm>
            <a:off x="322554" y="3476076"/>
            <a:ext cx="101412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dirty="0">
                <a:latin typeface="Comic Sans MS" panose="030F0702030302020204" pitchFamily="66" charset="0"/>
              </a:rPr>
              <a:t>NOTE  : TRY TO PUT IN A TABULAR/GRAPHICAL FORM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84ED3E-083E-1E0B-732E-034F4F5C5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7" y="43087"/>
            <a:ext cx="1571844" cy="1428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92FB34-53C0-A751-C055-49BA18D19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394" y="43085"/>
            <a:ext cx="4230463" cy="155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365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920C1-C3C6-78F9-3695-A2BC1595F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353806-FC43-285F-95EB-BF408B5B2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670" y="1807534"/>
            <a:ext cx="11678775" cy="458438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8. COMPARATIVE ANALYSIS (if any)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192D0F-A1EC-49AD-F0CC-0937C8DC948F}"/>
              </a:ext>
            </a:extLst>
          </p:cNvPr>
          <p:cNvSpPr txBox="1"/>
          <p:nvPr/>
        </p:nvSpPr>
        <p:spPr>
          <a:xfrm>
            <a:off x="322554" y="3476076"/>
            <a:ext cx="101412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dirty="0">
                <a:latin typeface="Comic Sans MS" panose="030F0702030302020204" pitchFamily="66" charset="0"/>
              </a:rPr>
              <a:t>NOTE  : TRY TO PUT IN A TABULAR/GRAPHICAL FORM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DF9F5E-6A00-8C9E-614F-698FEED6C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7" y="43087"/>
            <a:ext cx="1571844" cy="1428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847858-DE66-0DBB-DA7F-48CD5ABF4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394" y="43085"/>
            <a:ext cx="4230463" cy="155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697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62010-2CE6-D32C-68D6-D038A49DF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BBA77-5E18-055D-2366-C932DF80A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670" y="1850064"/>
            <a:ext cx="11678775" cy="454185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9. CONCLUSION &amp; FUTURE WORK 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4C1A0E-E1AF-15F2-B9EF-673B9A309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7" y="43087"/>
            <a:ext cx="1571844" cy="1428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EDB3BD-28C0-5213-01A8-E10EBF1A6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394" y="43085"/>
            <a:ext cx="4230463" cy="155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20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B76EB-06D1-37EE-AC48-15E7E71E2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19E2234-3D63-7BEE-2AE3-691B8611AE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670" y="1701208"/>
            <a:ext cx="11759852" cy="469071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10. REFERENCES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ECBD1-9886-B2E6-2FEE-581C4C5A30D8}"/>
              </a:ext>
            </a:extLst>
          </p:cNvPr>
          <p:cNvSpPr txBox="1"/>
          <p:nvPr/>
        </p:nvSpPr>
        <p:spPr>
          <a:xfrm>
            <a:off x="271745" y="3218177"/>
            <a:ext cx="94386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dirty="0">
                <a:latin typeface="Comic Sans MS" panose="030F0702030302020204" pitchFamily="66" charset="0"/>
              </a:rPr>
              <a:t>NOTE : PUT ALL THE REFERENCES IN THE PROPER FORMAT.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9F10EA-FB56-85D5-597F-9E0C4E9E1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7" y="43087"/>
            <a:ext cx="1571844" cy="1428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19163F-EB2D-7729-59DA-BA5DA1DB0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394" y="43085"/>
            <a:ext cx="4230463" cy="155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535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476</TotalTime>
  <Words>121</Words>
  <Application>Microsoft Office PowerPoint</Application>
  <PresentationFormat>Widescreen</PresentationFormat>
  <Paragraphs>24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MOOLCHAND SHARMA</dc:creator>
  <cp:lastModifiedBy>Neelima Bayyapu [MAHE-MIT]</cp:lastModifiedBy>
  <cp:revision>26</cp:revision>
  <dcterms:created xsi:type="dcterms:W3CDTF">2021-02-05T14:09:33Z</dcterms:created>
  <dcterms:modified xsi:type="dcterms:W3CDTF">2026-03-17T04:56:52Z</dcterms:modified>
</cp:coreProperties>
</file>